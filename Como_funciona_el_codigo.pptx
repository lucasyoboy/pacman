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502920" cy="50292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1143000"/>
            <a:ext cx="128016" cy="128016"/>
          </a:xfrm>
          <a:prstGeom prst="ellipse">
            <a:avLst/>
          </a:prstGeom>
          <a:solidFill>
            <a:srgbClr val="FFF8C8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143000"/>
            <a:ext cx="128016" cy="128016"/>
          </a:xfrm>
          <a:prstGeom prst="ellipse">
            <a:avLst/>
          </a:prstGeom>
          <a:solidFill>
            <a:srgbClr val="FFF8C8"/>
          </a:solidFill>
          <a:ln/>
        </p:spPr>
      </p:sp>
      <p:sp>
        <p:nvSpPr>
          <p:cNvPr id="5" name="Shape 3"/>
          <p:cNvSpPr/>
          <p:nvPr/>
        </p:nvSpPr>
        <p:spPr>
          <a:xfrm>
            <a:off x="2651760" y="1143000"/>
            <a:ext cx="128016" cy="128016"/>
          </a:xfrm>
          <a:prstGeom prst="ellipse">
            <a:avLst/>
          </a:prstGeom>
          <a:solidFill>
            <a:srgbClr val="FFF8C8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960120"/>
            <a:ext cx="502920" cy="502920"/>
          </a:xfrm>
          <a:prstGeom prst="ellipse">
            <a:avLst/>
          </a:prstGeom>
          <a:solidFill>
            <a:srgbClr val="FF3C3C"/>
          </a:solidFill>
          <a:ln/>
        </p:spPr>
      </p:sp>
      <p:sp>
        <p:nvSpPr>
          <p:cNvPr id="7" name="Shape 5"/>
          <p:cNvSpPr/>
          <p:nvPr/>
        </p:nvSpPr>
        <p:spPr>
          <a:xfrm>
            <a:off x="321960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41071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960120"/>
            <a:ext cx="502920" cy="502920"/>
          </a:xfrm>
          <a:prstGeom prst="ellipse">
            <a:avLst/>
          </a:prstGeom>
          <a:solidFill>
            <a:srgbClr val="3CDCDC"/>
          </a:solidFill>
          <a:ln/>
        </p:spPr>
      </p:sp>
      <p:sp>
        <p:nvSpPr>
          <p:cNvPr id="10" name="Shape 8"/>
          <p:cNvSpPr/>
          <p:nvPr/>
        </p:nvSpPr>
        <p:spPr>
          <a:xfrm>
            <a:off x="395112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14223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960120"/>
            <a:ext cx="502920" cy="502920"/>
          </a:xfrm>
          <a:prstGeom prst="ellipse">
            <a:avLst/>
          </a:prstGeom>
          <a:solidFill>
            <a:srgbClr val="FFA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264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7375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960120"/>
            <a:ext cx="502920" cy="502920"/>
          </a:xfrm>
          <a:prstGeom prst="ellipse">
            <a:avLst/>
          </a:prstGeom>
          <a:solidFill>
            <a:srgbClr val="FFA0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1416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05272" y="1085850"/>
            <a:ext cx="90526" cy="905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868680"/>
            <a:ext cx="64008" cy="713232"/>
          </a:xfrm>
          <a:prstGeom prst="rect">
            <a:avLst/>
          </a:prstGeom>
          <a:solidFill>
            <a:srgbClr val="00E68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QUORIDOR PAC-MAN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el codigo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raylib  |  Trabajo Practico LP1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archivo, 9 secciones ordenadas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codigo vive en quoridor_pacman.c,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dividido en secciones numeradas con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 bien visibles.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no es casual: cada seccion solo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funciones definidas MAS ARRIBA en 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archivo. El input no sabe dibujar; 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no sabe de teclas.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23360" y="1188720"/>
            <a:ext cx="4572000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160520" y="118872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main  -  loop principal y pantallas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0" y="1847088"/>
            <a:ext cx="4572000" cy="512064"/>
          </a:xfrm>
          <a:prstGeom prst="rect">
            <a:avLst/>
          </a:prstGeom>
          <a:solidFill>
            <a:srgbClr val="0078FF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847088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7-8. dibujado (render) e input (teclado)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0" y="2505456"/>
            <a:ext cx="4572000" cy="51206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250545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5-6. logica de turnos y reglas  +  IA (BFS)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23360" y="3163824"/>
            <a:ext cx="4572000" cy="512064"/>
          </a:xfrm>
          <a:prstGeom prst="rect">
            <a:avLst/>
          </a:prstGeom>
          <a:solidFill>
            <a:srgbClr val="00E682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316382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2-3. tablero y muros  +  mapas (archivos)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23360" y="3822192"/>
            <a:ext cx="4572000" cy="512064"/>
          </a:xfrm>
          <a:prstGeom prst="rect">
            <a:avLst/>
          </a:prstGeom>
          <a:solidFill>
            <a:srgbClr val="E8EAF2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382219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constantes y structs de las fichas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700784"/>
            <a:ext cx="0" cy="146304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359152"/>
            <a:ext cx="0" cy="146304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017520"/>
            <a:ext cx="0" cy="146304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675888"/>
            <a:ext cx="0" cy="146304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FF3C3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GameState: todo el juego en un struct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struct contiene el estado completo.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reciben un puntero a 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(GameState *gs) y modifican lo 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necesitan. No hay variables globales.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reiniciar la partida es volver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inicializar este struct y nada mas.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9080" y="1188720"/>
            <a:ext cx="4572000" cy="3520440"/>
          </a:xfrm>
          <a:prstGeom prst="rect">
            <a:avLst/>
          </a:prstGeom>
          <a:solidFill>
            <a:srgbClr val="0B14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51960" y="1298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645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board;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6656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grilla + muros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993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PacMan pacman;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0" y="1993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posicion, vidas, mano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23408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 ghosts[4];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0" y="2340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4 fantasmas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26883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PacBall balls[4];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66560" y="26883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 4 pac-bolas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currentTurn;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3035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quien le toca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3383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actionsLeft;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66560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acciones del turno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730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poweredUp;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66560" y="37307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comio pac-bola este turno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4078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screen;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66560" y="4078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pantalla activa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GameState;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0078F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idea clave: muros ENTRE casillas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muros no ocupan casilla: viven en 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entre dos celdas vecinas.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hWalls[i][j]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 horizontal entre la fila i y la i+1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(bloquea subir / bajar)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vWalls[i][j]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 vertical entre la columna j y la j+1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(bloquea izquierda / derecha)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board_canMove() solo mira el slot que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esa direccion.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37760" y="1371600"/>
            <a:ext cx="3017520" cy="3017520"/>
          </a:xfrm>
          <a:prstGeom prst="rect">
            <a:avLst/>
          </a:prstGeom>
          <a:solidFill>
            <a:srgbClr val="0B1440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0" y="1371600"/>
            <a:ext cx="3017520" cy="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1371600"/>
            <a:ext cx="0" cy="301752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2377440"/>
            <a:ext cx="3017520" cy="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371600"/>
            <a:ext cx="0" cy="301752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3383280"/>
            <a:ext cx="3017520" cy="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371600"/>
            <a:ext cx="0" cy="301752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4389120"/>
            <a:ext cx="3017520" cy="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371600"/>
            <a:ext cx="0" cy="3017520"/>
          </a:xfrm>
          <a:prstGeom prst="line">
            <a:avLst/>
          </a:prstGeom>
          <a:noFill/>
          <a:ln w="12700">
            <a:solidFill>
              <a:srgbClr val="3C50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345436"/>
            <a:ext cx="1005840" cy="64008"/>
          </a:xfrm>
          <a:prstGeom prst="rect">
            <a:avLst/>
          </a:prstGeom>
          <a:solidFill>
            <a:srgbClr val="0078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22008" y="3383280"/>
            <a:ext cx="54864" cy="1005840"/>
          </a:xfrm>
          <a:prstGeom prst="rect">
            <a:avLst/>
          </a:prstGeom>
          <a:solidFill>
            <a:srgbClr val="00E682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3639312"/>
            <a:ext cx="457200" cy="45720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5472" y="3639312"/>
            <a:ext cx="457200" cy="457200"/>
          </a:xfrm>
          <a:prstGeom prst="ellipse">
            <a:avLst/>
          </a:prstGeom>
          <a:solidFill>
            <a:srgbClr val="FF3C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06056" y="375361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479792" y="375361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4617720"/>
            <a:ext cx="365760" cy="64008"/>
          </a:xfrm>
          <a:prstGeom prst="rect">
            <a:avLst/>
          </a:prstGeom>
          <a:solidFill>
            <a:srgbClr val="0078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4507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 (del mapa)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617720"/>
            <a:ext cx="365760" cy="64008"/>
          </a:xfrm>
          <a:prstGeom prst="rect">
            <a:avLst/>
          </a:prstGeom>
          <a:solidFill>
            <a:srgbClr val="00E682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4507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(expira)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3816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 separados: el muro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bloquea el paso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3CDCD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loop principal (60 veces por segundo)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194560" cy="1234440"/>
          </a:xfrm>
          <a:prstGeom prst="rect">
            <a:avLst/>
          </a:prstGeom>
          <a:solidFill>
            <a:srgbClr val="0B14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2194560" cy="914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INPUT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teclado segun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activa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325880"/>
            <a:ext cx="2194560" cy="1234440"/>
          </a:xfrm>
          <a:prstGeom prst="rect">
            <a:avLst/>
          </a:prstGeom>
          <a:solidFill>
            <a:srgbClr val="0B14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325880"/>
            <a:ext cx="2194560" cy="91440"/>
          </a:xfrm>
          <a:prstGeom prst="rect">
            <a:avLst/>
          </a:prstGeom>
          <a:solidFill>
            <a:srgbClr val="FF3C3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LOGICA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GameState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(mover, capturar, ganar)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1325880"/>
            <a:ext cx="2194560" cy="1234440"/>
          </a:xfrm>
          <a:prstGeom prst="rect">
            <a:avLst/>
          </a:prstGeom>
          <a:solidFill>
            <a:srgbClr val="0B14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325880"/>
            <a:ext cx="2194560" cy="91440"/>
          </a:xfrm>
          <a:prstGeom prst="rect">
            <a:avLst/>
          </a:prstGeom>
          <a:solidFill>
            <a:srgbClr val="00E68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DIBUJO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 la pantalla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con raylib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1938528"/>
            <a:ext cx="594360" cy="0"/>
          </a:xfrm>
          <a:prstGeom prst="line">
            <a:avLst/>
          </a:prstGeom>
          <a:noFill/>
          <a:ln w="31750">
            <a:solidFill>
              <a:srgbClr val="5A61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938528"/>
            <a:ext cx="594360" cy="0"/>
          </a:xfrm>
          <a:prstGeom prst="line">
            <a:avLst/>
          </a:prstGeom>
          <a:noFill/>
          <a:ln w="31750">
            <a:solidFill>
              <a:srgbClr val="5A61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80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Maquina de pantallas: el campo gs.screen decide que input y que render se ejecutan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1325880" cy="502920"/>
          </a:xfrm>
          <a:prstGeom prst="rect">
            <a:avLst/>
          </a:prstGeom>
          <a:solidFill>
            <a:srgbClr val="EEF0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83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65960" y="3630168"/>
            <a:ext cx="365760" cy="0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3383280"/>
            <a:ext cx="1325880" cy="502920"/>
          </a:xfrm>
          <a:prstGeom prst="rect">
            <a:avLst/>
          </a:prstGeom>
          <a:solidFill>
            <a:srgbClr val="EEF0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3383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0" y="3630168"/>
            <a:ext cx="365760" cy="0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3383280"/>
            <a:ext cx="1325880" cy="502920"/>
          </a:xfrm>
          <a:prstGeom prst="rect">
            <a:avLst/>
          </a:prstGeom>
          <a:solidFill>
            <a:srgbClr val="EEF0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383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49240" y="3630168"/>
            <a:ext cx="365760" cy="0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3383280"/>
            <a:ext cx="1325880" cy="502920"/>
          </a:xfrm>
          <a:prstGeom prst="rect">
            <a:avLst/>
          </a:prstGeom>
          <a:solidFill>
            <a:srgbClr val="EEF0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383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JUEGO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40880" y="3630168"/>
            <a:ext cx="365760" cy="0"/>
          </a:xfrm>
          <a:prstGeom prst="line">
            <a:avLst/>
          </a:prstGeom>
          <a:noFill/>
          <a:ln w="25400">
            <a:solidFill>
              <a:srgbClr val="5A61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383280"/>
            <a:ext cx="1325880" cy="502920"/>
          </a:xfrm>
          <a:prstGeom prst="rect">
            <a:avLst/>
          </a:prstGeom>
          <a:solidFill>
            <a:srgbClr val="EEF0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3383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0690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EDITOR: rama aparte desde MENU; al guardar, su mapa aparece en MAPAS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FFA0C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 de turnos: acciones asimetricas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2651760"/>
          </a:xfrm>
          <a:prstGeom prst="rect">
            <a:avLst/>
          </a:prstGeom>
          <a:solidFill>
            <a:srgbClr val="FFF8DC"/>
          </a:solidFill>
          <a:ln w="25400">
            <a:solidFill>
              <a:srgbClr val="FFC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411480" cy="41148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PAC-MAN: 2 acciones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accion: avanzar 1 casilla o poner 1 muro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combinan libremente (2 pasos, paso+muro, 2 muros)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pac-bola: +1 accion ese turno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acciones restantes: el turno pasa solo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2651760"/>
          </a:xfrm>
          <a:prstGeom prst="rect">
            <a:avLst/>
          </a:prstGeom>
          <a:solidFill>
            <a:srgbClr val="FFE8E8"/>
          </a:solidFill>
          <a:ln w="25400">
            <a:solidFill>
              <a:srgbClr val="FF3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463040"/>
            <a:ext cx="411480" cy="411480"/>
          </a:xfrm>
          <a:prstGeom prst="ellipse">
            <a:avLst/>
          </a:prstGeom>
          <a:solidFill>
            <a:srgbClr val="FF3C3C"/>
          </a:solidFill>
          <a:ln/>
        </p:spPr>
      </p:sp>
      <p:sp>
        <p:nvSpPr>
          <p:cNvPr id="10" name="Shape 8"/>
          <p:cNvSpPr/>
          <p:nvPr/>
        </p:nvSpPr>
        <p:spPr>
          <a:xfrm>
            <a:off x="5074006" y="1565910"/>
            <a:ext cx="74066" cy="740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230368" y="1565910"/>
            <a:ext cx="74066" cy="740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FANTASMA: 1 accion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1 casilla O poner un muro (no ambas)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Juegan en orden: Blinky, Inky, Pinky, Clyde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frenetico: ve a Pac-Man en linea recta sin muros = mueve 2 casillas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termina su turno automaticamente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E6FBF2"/>
          </a:solidFill>
          <a:ln w="25400">
            <a:solidFill>
              <a:srgbClr val="00E6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cada ronda: board_tickWalls() resta 1 turno a cada muro temporal; el que llega a 0 desaparece y vuelve a la mano de su equipo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FFA02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especiales: como las maneja el codigo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82296" cy="10058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27632"/>
            <a:ext cx="384048" cy="384048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399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Comer pac-bola  (_checkPacBall)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7099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eaten=true, suma una accion extra y activa poweredUp. Con poweredUp, pisar un fantasma se lo come en vez de perder vida. El flag se apaga al terminar el turno.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solidFill>
            <a:srgbClr val="F4F5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68880"/>
            <a:ext cx="82296" cy="1005840"/>
          </a:xfrm>
          <a:prstGeom prst="rect">
            <a:avLst/>
          </a:prstGeom>
          <a:solidFill>
            <a:srgbClr val="3CDCDC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770632"/>
            <a:ext cx="384048" cy="384048"/>
          </a:xfrm>
          <a:prstGeom prst="ellipse">
            <a:avLst/>
          </a:prstGeom>
          <a:solidFill>
            <a:srgbClr val="3CDCDC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542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 frenetico  (board_lineOfSight)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8529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fila o columna sin muros en el medio = el fantasma camina 2 casillas. Solo se chequean muros: los otros fantasmas no tapan la vista (regla del enunciado).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solidFill>
            <a:srgbClr val="F4F5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611880"/>
            <a:ext cx="82296" cy="1005840"/>
          </a:xfrm>
          <a:prstGeom prst="rect">
            <a:avLst/>
          </a:prstGeom>
          <a:solidFill>
            <a:srgbClr val="FF3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13632"/>
            <a:ext cx="384048" cy="384048"/>
          </a:xfrm>
          <a:prstGeom prst="ellipse">
            <a:avLst/>
          </a:prstGeom>
          <a:solidFill>
            <a:srgbClr val="FF3C3C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685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Captura  (_checkCapture)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959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casillero que un fantasma sin poweredUp: Pac-Man pierde una vida y TODOS vuelven a su posicion inicial. Las pac-bolas comidas no vuelven; los muros temporales quedan.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3CDCD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de los fantasmas: BFS + azar dosificado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ai_findBestMove hace BFS desde 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fantasma hasta Pac-Man respetando muros.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cada nodo de la cola recuerda la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del PRIMER paso (firstDir).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al objetivo, esa direccion 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respuesta: no hay que reconstruir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dificultad decide cuantas veces 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ese resultado y cuantas se mueve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azar: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80560" y="1371600"/>
            <a:ext cx="1325880" cy="3017520"/>
          </a:xfrm>
          <a:prstGeom prst="rect">
            <a:avLst/>
          </a:prstGeom>
          <a:solidFill>
            <a:srgbClr val="0B14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0" y="1600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48056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69748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 movidas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azar: facil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esquivar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1325880" cy="3017520"/>
          </a:xfrm>
          <a:prstGeom prst="rect">
            <a:avLst/>
          </a:prstGeom>
          <a:solidFill>
            <a:srgbClr val="0B14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600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persigue pero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distrae: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371600"/>
            <a:ext cx="1325880" cy="3017520"/>
          </a:xfrm>
          <a:prstGeom prst="rect">
            <a:avLst/>
          </a:prstGeom>
          <a:solidFill>
            <a:srgbClr val="0B14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1600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0664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DIFICIL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0" y="269748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optimo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ademas coloca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muros para cortar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45262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turnos en que el fantasma sigue el camino optimo del BFS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00E68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Mapas: archivos de texto + editor propio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57600" cy="3383280"/>
          </a:xfrm>
          <a:prstGeom prst="rect">
            <a:avLst/>
          </a:prstGeom>
          <a:solidFill>
            <a:srgbClr val="0B144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maps/map1.map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9        &lt;- filas y columnas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4        &lt;- Pac-Man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       &lt;- Blinky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 &lt;- Inky/Pinky/Clyde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       &lt;- pac-bola 1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 &lt;- bolas 2-4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  &lt;- cant. de muros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 H      &lt;- fila col H|V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plano: facil de leer con fscanf y de inspeccionar a mano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define el tamano: el tablero se adapta y el dibujo escala las celdas (_cellSize)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editor arma un MapData en memoria y map_save() lo escribe con fprintf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map_listAvailable() recorre maps/ con dirent.h: los mapas guardados aparecen solos en la lista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editor: T/G/Y/H cambian el tamano, letras colocan fichas, W/V muros, S guarda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resumen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347472" cy="347472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71800" y="1371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con 9 secciones; cada una solo usa lo definido mas arriba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347472" cy="347472"/>
          </a:xfrm>
          <a:prstGeom prst="ellipse">
            <a:avLst/>
          </a:prstGeom>
          <a:solidFill>
            <a:srgbClr val="FF3C3C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estado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71800" y="2148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 concentra todo: reiniciar o razonar sobre el juego es trivial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347472" cy="347472"/>
          </a:xfrm>
          <a:prstGeom prst="ellipse">
            <a:avLst/>
          </a:prstGeom>
          <a:solidFill>
            <a:srgbClr val="3CDCDC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Muros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 entre casillas en dos matrices; canMove() consulta el slot exacto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49040"/>
            <a:ext cx="347472" cy="347472"/>
          </a:xfrm>
          <a:prstGeom prst="ellipse">
            <a:avLst/>
          </a:prstGeom>
          <a:solidFill>
            <a:srgbClr val="00E682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simple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3703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para el camino optimo + un porcentaje de azar segun la dificultad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Quoridor Pac-Man  |  LP1  |  C + raylib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Quoridor Pac-Man - Como funciona el codigo</dc:title>
  <dc:subject>PptxGenJS Presentation</dc:subject>
  <dc:creator>LP1</dc:creator>
  <cp:lastModifiedBy>LP1</cp:lastModifiedBy>
  <cp:revision>1</cp:revision>
  <dcterms:created xsi:type="dcterms:W3CDTF">2026-06-10T23:44:25Z</dcterms:created>
  <dcterms:modified xsi:type="dcterms:W3CDTF">2026-06-10T23:44:25Z</dcterms:modified>
</cp:coreProperties>
</file>